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77240"/>
            <a:ext cx="11018520" cy="5120640"/>
          </a:xfrm>
          <a:prstGeom prst="roundRect">
            <a:avLst>
              <a:gd name="adj" fmla="val 142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777240"/>
            <a:ext cx="11018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Book Metadata and Recommendation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XJCO3011 Coursework 1 - oral exam deck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560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Stack: FastAPI + SQLAlchemy + PostgreSQL + JWT + pytest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3063240"/>
            <a:ext cx="6629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This submission exceeds the pass criteria by combining CRUD with authentication, analytics, recommendations, testing, and deployment readiness.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187452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203911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Designed for a 5-minute demo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92608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30540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Books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0" y="361188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35440" y="37398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429768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44256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Reviews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498348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51114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Problem, scope, and why this topic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Books are a strong relational-data domain with clear entities and relationships.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The project supports CRUD, authentication, analytics, and explainable recommendations.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The API is realistic enough for a technical viva but still concise enough to polish fully.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The design goes beyond minimum coursework expectations by emphasising software engineering quality.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463040"/>
            <a:ext cx="4892040" cy="4114800"/>
          </a:xfrm>
          <a:prstGeom prst="roundRect">
            <a:avLst>
              <a:gd name="adj" fmla="val 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Mark-winning features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03720" y="233172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43230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CRUD + 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292608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026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JWT auth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352044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6210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Analytics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03720" y="411480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421538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</a:rPr>
              <a:t>Tests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470916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480974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174D"/>
                </a:solidFill>
              </a:rPr>
              <a:t>Docs + slides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and database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20824"/>
            <a:ext cx="1636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Client / Swagger UI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DE9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2020824"/>
            <a:ext cx="1636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FastAPI Routers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20640" y="1828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3792" y="2020824"/>
            <a:ext cx="1636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Services / Auth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2020824"/>
            <a:ext cx="1636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SQLAlchemy Models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09760" y="1828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CE7F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912" y="2020824"/>
            <a:ext cx="1636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4600" y="2011680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011680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2011680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2011680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Entity relationships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" y="3840480"/>
            <a:ext cx="1828800" cy="10972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50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users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0" y="3840480"/>
            <a:ext cx="1828800" cy="10972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950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reviews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0" y="3840480"/>
            <a:ext cx="1828800" cy="10972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950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books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hashed_password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4096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user_id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book_id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rating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comment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4096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title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author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genre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average_rating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4389120"/>
            <a:ext cx="914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0" y="4389120"/>
            <a:ext cx="1097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00684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One user can write many reviews; one book can receive many reviews.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API endpoints and demo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endpoints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5669280" cy="2834640"/>
        </p:xfrm>
        <a:graphic>
          <a:graphicData uri="http://schemas.openxmlformats.org/drawingml/2006/table">
            <a:tbl>
              <a:tblPr/>
              <a:tblGrid>
                <a:gridCol w="246888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/auth/register, /auth/login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Registration and JWT login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/books [GET/POST]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and list books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/books/{id} [GET/PUT/DELETE]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Retrieve, update, delete a book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/reviews [POST/GET]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Authenticated review creation and listing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/analytics/*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Aggregations and recommendations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1600200"/>
            <a:ext cx="4709160" cy="2926080"/>
          </a:xfrm>
          <a:prstGeom prst="roundRect">
            <a:avLst>
              <a:gd name="adj" fmla="val 156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847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Live demo sequence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0" y="224028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Open Swagger UI and show auto-generated documentation.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Create a new book record and read it back immediately.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Register a user, login, and receive a bearer token.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Create a review and show the book average rating update.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Finish with analytics and recommendation endpoints.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40880" y="4160520"/>
            <a:ext cx="4069080" cy="50292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42048" y="432511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D8"/>
                </a:solidFill>
              </a:rPr>
              <a:t>Key message: this is not just CRUD - it is a data service.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Engineering quality: testing, version control,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45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Testing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pytest verifies auth, CRUD, analytics, and permissions.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45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Version control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19933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Repository structure supports regular, evidence-rich commits.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Documentation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38679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README, API PDF, technical report, and slides are submission-ready.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333756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CE7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Deployment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38679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Prepared for Render, Railway, or PythonAnywhere with PostgreSQL.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Suggested oral evidence to show on screen: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5715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GitHub commit history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Swagger docs page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 passing pytest run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Hosted API URL or local fallback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Reflection, limitations, and future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371600"/>
            <a:ext cx="521208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this project already demonstrates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 complete SQL-backed CRUD API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Authentication and access control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Analytics that create genuine added value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Test evidence and submission-ready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Future work for an even stronger system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Collaborative filtering recommendations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Pagination, search, and sorting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Docker + CI/CD pipeline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Caching and richer security controls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40280" y="498348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5138928"/>
            <a:ext cx="7269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Closing line: the project is deliberately scoped to be polished, defensible, and easy to demonstrate under viva conditions.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58600" y="64008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Metadata and Recommendation API</dc:title>
  <dc:subject>Coursework presentation</dc:subject>
  <dc:creator>OpenAI</dc:creator>
  <cp:lastModifiedBy>OpenAI</cp:lastModifiedBy>
  <cp:revision>1</cp:revision>
  <dcterms:created xsi:type="dcterms:W3CDTF">2026-04-19T09:20:23Z</dcterms:created>
  <dcterms:modified xsi:type="dcterms:W3CDTF">2026-04-19T09:20:23Z</dcterms:modified>
</cp:coreProperties>
</file>